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3" r:id="rId3"/>
    <p:sldId id="262" r:id="rId4"/>
    <p:sldId id="260" r:id="rId5"/>
    <p:sldId id="257" r:id="rId6"/>
    <p:sldId id="258" r:id="rId7"/>
    <p:sldId id="264" r:id="rId8"/>
    <p:sldId id="266" r:id="rId9"/>
    <p:sldId id="26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opher Ngene" initials="CN" lastIdx="2" clrIdx="0">
    <p:extLst>
      <p:ext uri="{19B8F6BF-5375-455C-9EA6-DF929625EA0E}">
        <p15:presenceInfo xmlns:p15="http://schemas.microsoft.com/office/powerpoint/2012/main" userId="260c83c59c69085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C54C0-D1B2-41F8-94C0-E5624FE2D84A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968CB-1EA9-4535-A47C-AA3BBFCCC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6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968CB-1EA9-4535-A47C-AA3BBFCCC5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26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968CB-1EA9-4535-A47C-AA3BBFCCC5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71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968CB-1EA9-4535-A47C-AA3BBFCCC5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92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968CB-1EA9-4535-A47C-AA3BBFCCC5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80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968CB-1EA9-4535-A47C-AA3BBFCCC5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95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1977-B48E-4156-AF96-32367D561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D89A6-4959-48C3-A578-F47B55B45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C69CB-0E3D-4D5D-A87A-42DD5013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44EB8-CFD0-4AA7-9B1D-68020F8C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3F6AB-8866-4AE2-B5F9-625F877A9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8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CD6D-9FC1-4266-968B-01BCDF32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6603B-01CA-44CE-8968-E71B28FBF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48ED5-BFCD-44A7-9EBD-3682930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4878-0A9F-4070-935E-CC02B1AA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BE9A-E5F4-4264-99ED-03A120D7F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5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17AB-4100-4F2A-86E2-3F45EA14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EE011-0575-4B39-8332-A823A020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C09C-2982-47E0-B893-7D2BE6ADF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9AB33-1507-4B21-AEFA-8288D6B2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61893-37AB-4F56-870B-104A32E2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3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06C8-6450-454D-99A6-DEFF99D9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7CC1-1497-43C9-992F-29D9FEAA9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33E09-6BFA-42E5-BAAB-AE23BD14E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8B640-29E9-45BB-9307-CCC359E3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0867A-D355-4562-8A66-8C677119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DB39E-010C-41C7-B3A7-D0475315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898B-9EF3-4916-9B6C-C9315F07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31298-9F1A-47CB-AAF1-046A9B854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64D8C-F561-48F6-A75F-9CBB5D37D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F7A2-8671-42EB-B955-0ECCF77BB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CE038-9E79-4D04-B9A8-1E4E59871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788E77-A973-41DB-B3C8-CFEB4189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853217-6320-4978-9750-FBFDADDC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DF581-906F-4FC0-8AB2-D94CBF0F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8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86E9-E29F-4D30-A6E5-E74BD8DE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57469-F4E6-4E51-8FC8-7809C817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3D5B9-F2C7-45B5-B632-DA53AA97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4B2A5-CA62-4F52-8C7D-82E41144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6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C9119-DA55-4D2B-AC2F-E361F76A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7E080-DB6A-4F90-BE94-51620AF6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A77-AD35-4B1D-8D6E-0DEDDB25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4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5C38-7FA8-4DA5-BFA4-C0665E4F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73DA-D974-4FDC-A440-535B6E29C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DF800-CB8B-44A4-8C05-AAB51F25C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F8AE9-CAC1-4CE3-B826-C326D14FF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F6AC0-1C40-41AA-9D2F-DA89F6D74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59419-D28E-44D5-875C-1C9542D7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1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0D67-AA55-4371-8515-2201EC2A3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05EE6-9C65-40F6-91BC-AB2150DD3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BB594-C619-46E7-8429-DBD20C45A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8F8F0-B31E-402C-8E1D-C3BF9E58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9F012-BAAC-4386-97FB-D8F85241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BFFCC-476B-4DB6-AA52-2D127F24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5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13D0-19D5-4366-8960-2CADF63F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674F6-2727-4C6F-8282-214A6396C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C3FF2-2F28-4EB8-AFF8-8D1C798A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99531-C43C-4295-8F7A-922375D5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DF814-BDDF-48AC-9608-3F7AA80B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7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8C643-B5C9-40D8-91C8-7F0AD6389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45EC1-DC02-4DFA-9848-85DD54846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AC88-9BEE-45B1-AD15-8A2AE470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45C01-FF3A-461E-94A3-468F0B9A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63EC-1A22-4D5D-8738-C3DFBD0B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94C4C-38C6-4C1D-95EE-1A97B5F0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8DB1E-31FA-46D6-B4AE-763D3A62F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AC9FF-A35F-4EE8-9B59-F8593A3B8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A2972-5180-4DDE-805F-DD19BC1893C5}" type="datetimeFigureOut">
              <a:rPr lang="en-US" smtClean="0"/>
              <a:t>6/19/2021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F5AC6-AAEC-4AAD-BCCB-5B4C32C4D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80252-B4A8-4D30-A780-0A07E8025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6FEB-DD8E-4491-8993-F1D43A0DA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5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887E2-5724-469C-9ED8-3A7B6D3A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168813"/>
            <a:ext cx="11901268" cy="648520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CONSTRUCTION OF AN ADVANCED VEHICLE TRACKING SYSTEM</a:t>
            </a: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</a:t>
            </a: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</a:t>
            </a: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15/05/04/017</a:t>
            </a: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ENGINEERING</a:t>
            </a: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OF ENGINEERING</a:t>
            </a:r>
            <a:b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 OF MAIDUGURI 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35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5362-1095-472F-9CEC-EECD2141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745" y="154745"/>
            <a:ext cx="11915335" cy="64711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AD969-9D1E-42AE-990B-3782BF723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45" y="1012874"/>
            <a:ext cx="11882510" cy="5690381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INTRODUCTION/MOTIVATION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RELATED WORKS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01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B42C1A-CF18-4527-9ACA-E85AF7E38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12" y="154745"/>
            <a:ext cx="11816862" cy="886264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INTRODUCTION/MOTIVATION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7854020-5C8D-428F-BF98-356DC9A14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89154"/>
            <a:ext cx="9144000" cy="3968645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 of the rampant cases of car theft within the country and cases of curious teens who take use their parents vehicle without their consent.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car monitoring system which helps car owners to know who drove their vehicle and where their car was driven is needed.</a:t>
            </a:r>
          </a:p>
          <a:p>
            <a:pPr algn="l">
              <a:lnSpc>
                <a:spcPct val="1500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47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811C-2776-44AB-A68B-FBB9ADEB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678"/>
            <a:ext cx="10515600" cy="6330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RELATED WORKS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7744A3A-FBF8-457B-A611-2BC5FBE18D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81075"/>
              </p:ext>
            </p:extLst>
          </p:nvPr>
        </p:nvGraphicFramePr>
        <p:xfrm>
          <a:off x="407962" y="773723"/>
          <a:ext cx="11662116" cy="6042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5529">
                  <a:extLst>
                    <a:ext uri="{9D8B030D-6E8A-4147-A177-3AD203B41FA5}">
                      <a16:colId xmlns:a16="http://schemas.microsoft.com/office/drawing/2014/main" val="1673285239"/>
                    </a:ext>
                  </a:extLst>
                </a:gridCol>
                <a:gridCol w="2915529">
                  <a:extLst>
                    <a:ext uri="{9D8B030D-6E8A-4147-A177-3AD203B41FA5}">
                      <a16:colId xmlns:a16="http://schemas.microsoft.com/office/drawing/2014/main" val="1209441827"/>
                    </a:ext>
                  </a:extLst>
                </a:gridCol>
                <a:gridCol w="2915529">
                  <a:extLst>
                    <a:ext uri="{9D8B030D-6E8A-4147-A177-3AD203B41FA5}">
                      <a16:colId xmlns:a16="http://schemas.microsoft.com/office/drawing/2014/main" val="4237490265"/>
                    </a:ext>
                  </a:extLst>
                </a:gridCol>
                <a:gridCol w="2915529">
                  <a:extLst>
                    <a:ext uri="{9D8B030D-6E8A-4147-A177-3AD203B41FA5}">
                      <a16:colId xmlns:a16="http://schemas.microsoft.com/office/drawing/2014/main" val="3542053360"/>
                    </a:ext>
                  </a:extLst>
                </a:gridCol>
              </a:tblGrid>
              <a:tr h="43258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TITLE/AUTHOR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658610"/>
                  </a:ext>
                </a:extLst>
              </a:tr>
              <a:tr h="1031093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 and Construction of a microcontroller based vehicle tracking device using GPS/GSM Technology.</a:t>
                      </a:r>
                    </a:p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Rabiu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Designed and constructed a vehicle tracking device using GPS/GSM Technology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 enabled car owners to track and control their vehicle at any time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Previous Locations visited by the Vehicle is not stored for reference purpose.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Driver of the vehicle at any given time cannot be determined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741432"/>
                  </a:ext>
                </a:extLst>
              </a:tr>
              <a:tr h="1031093">
                <a:tc>
                  <a:txBody>
                    <a:bodyPr/>
                    <a:lstStyle/>
                    <a:p>
                      <a:r>
                        <a:rPr lang="en-US" sz="1400" dirty="0"/>
                        <a:t>Cloud Computing Based Vehicle Tracking Information Systems</a:t>
                      </a:r>
                    </a:p>
                    <a:p>
                      <a:r>
                        <a:rPr lang="en-US" sz="1400" dirty="0"/>
                        <a:t>Albert &amp; </a:t>
                      </a:r>
                      <a:r>
                        <a:rPr lang="en-US" sz="1400" dirty="0" err="1"/>
                        <a:t>Ezhilarasie</a:t>
                      </a:r>
                      <a:r>
                        <a:rPr lang="en-US" sz="1400" dirty="0"/>
                        <a:t>, 2011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Designed a vehicle tracking system that utilizes GPS and GSM technology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System continuously monitors the location of a moving vehicle and report the status of the vehicle on demand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Driver of the vehicle at any given time cannot be determined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056347"/>
                  </a:ext>
                </a:extLst>
              </a:tr>
              <a:tr h="1493308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 and Implementation a Vehicle Tracking System Using GPS.</a:t>
                      </a:r>
                    </a:p>
                    <a:p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Ambade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Shaikh,2011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Designed and Implemented a Vehicle Tracking System Using GPS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System acquires vehicle’s location information (latitude, longitude) after specified time interval which is then sent along with other information (including ignition status, door open/close status) to the monitoring station/Tracking server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Driver of the vehicle at any given time cannot be determined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583890"/>
                  </a:ext>
                </a:extLst>
              </a:tr>
              <a:tr h="183540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time web based vehicle tracking using GPS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Dinkar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Shaikh, 2010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Developed a real time vehicular tracking system incorporates a hardware device installed in the vehicle (In-Vehicle Unit) and a remote tracking server.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information is transmitted to tracking server using SMS or using direct TCP/IP connection. Tracking server stores this information in database and makes them available to authorized users of the system via website over the internet.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Driver of the vehicle at any given time cannot be determined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3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17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B1AB-941B-4D16-97D3-4A13D488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75"/>
            <a:ext cx="10515600" cy="85812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482499-C3E6-42C7-AD94-80F648E811B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956604"/>
            <a:ext cx="10626969" cy="5536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806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40B8-71DC-4B07-B321-31866DF2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543"/>
            <a:ext cx="10515600" cy="8721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C76FD4-9B97-4D6C-8C4E-B7D60FCB249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66092"/>
            <a:ext cx="10515600" cy="5226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988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6EFD-48AD-4F71-9B5D-22983709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112543"/>
            <a:ext cx="11873132" cy="81592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1420D3-5B70-428E-8649-CAEFD6E5D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56671" y="-2187526"/>
            <a:ext cx="5641144" cy="11873132"/>
          </a:xfrm>
        </p:spPr>
      </p:pic>
    </p:spTree>
    <p:extLst>
      <p:ext uri="{BB962C8B-B14F-4D97-AF65-F5344CB8AC3E}">
        <p14:creationId xmlns:p14="http://schemas.microsoft.com/office/powerpoint/2010/main" val="101911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6EFD-48AD-4F71-9B5D-22983709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112543"/>
            <a:ext cx="11873132" cy="81592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E3C8F-78DB-4173-AB46-6D9E715E5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71" y="777288"/>
            <a:ext cx="11694943" cy="591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3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6EFD-48AD-4F71-9B5D-22983709B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12" y="215243"/>
            <a:ext cx="11437033" cy="69915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236909-5A04-4BFD-87B6-0C3B3B333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914401"/>
            <a:ext cx="11437033" cy="5728356"/>
          </a:xfrm>
        </p:spPr>
        <p:txBody>
          <a:bodyPr/>
          <a:lstStyle/>
          <a:p>
            <a:pPr algn="just"/>
            <a:r>
              <a:rPr lang="en-US" dirty="0"/>
              <a:t>This advance vehicle tracking system is a great step to reducing vehicle tracking related issues. </a:t>
            </a:r>
          </a:p>
          <a:p>
            <a:pPr algn="just"/>
            <a:r>
              <a:rPr lang="en-US" dirty="0"/>
              <a:t>With the help of this system, Car owners know the location of their vehicle at all time and also the driver of the vehicle at any given time.</a:t>
            </a:r>
          </a:p>
          <a:p>
            <a:pPr algn="just"/>
            <a:r>
              <a:rPr lang="en-US" dirty="0"/>
              <a:t>It will also help security agencies to recover a stolen vehicle with relative ease by reducing the time it takes to recover a stolen vehicle.</a:t>
            </a:r>
          </a:p>
        </p:txBody>
      </p:sp>
    </p:spTree>
    <p:extLst>
      <p:ext uri="{BB962C8B-B14F-4D97-AF65-F5344CB8AC3E}">
        <p14:creationId xmlns:p14="http://schemas.microsoft.com/office/powerpoint/2010/main" val="272851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6EFD-48AD-4F71-9B5D-22983709B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12" y="215243"/>
            <a:ext cx="11816862" cy="69915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236909-5A04-4BFD-87B6-0C3B3B333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812" y="1181686"/>
            <a:ext cx="11816862" cy="5570806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Rabiu</a:t>
            </a:r>
            <a:r>
              <a:rPr lang="en-US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(2014), Design and Construction of a microcontroller-based vehicle tracking device using GPS/GSM Technology. Unpublished B. </a:t>
            </a:r>
            <a:r>
              <a:rPr lang="en-US" sz="2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</a:t>
            </a:r>
            <a:r>
              <a:rPr lang="en-US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Thesis, Computer Engineering Department, University of Maiduguri, Nigeria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Dinkar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Sh., Shaikh, S. A., "Design and Implementation Of Vehicle Tracking System Using GPS", Journal of Information Engineering and Applications, Vol.1, Vo.3, pp. 1-6, 2011.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Albert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Alexe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Ezhilarasie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“Cloud Computing Based Vehicle Tracking Information Systems”, ISSN: 2229 - 4333 (Print) | ISSN: 0976 - 8491 (Online) IJCST Vol. 2, Issue 1, March 2011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Murugananham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P. R. Mukesh. "Real time web based vehicle tracking using GPS." Journal of World Academy of Science, Engineering and Technology, Vol. 61, pp. 91- 99, 2010.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87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646</Words>
  <Application>Microsoft Office PowerPoint</Application>
  <PresentationFormat>Widescreen</PresentationFormat>
  <Paragraphs>54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DESIGN AND CONSTRUCTION OF AN ADVANCED VEHICLE TRACKING SYSTEM  PRESENTED  BY  15/05/04/017  DEPARTMENT OF COMPUTER ENGINEERING FACULTY OF ENGINEERING UNIVERSITY OF MAIDUGURI </vt:lpstr>
      <vt:lpstr>OUTLINE</vt:lpstr>
      <vt:lpstr>INTRODUCTION/MOTIVATION</vt:lpstr>
      <vt:lpstr>REVIEW OF RELATED WORKS</vt:lpstr>
      <vt:lpstr>METHODOLOGY</vt:lpstr>
      <vt:lpstr>CIRCUIT DIAGRAM</vt:lpstr>
      <vt:lpstr>RESULTS</vt:lpstr>
      <vt:lpstr>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DIAGRAM</dc:title>
  <dc:creator>Pona Dauda</dc:creator>
  <cp:lastModifiedBy>Pona Dauda</cp:lastModifiedBy>
  <cp:revision>56</cp:revision>
  <dcterms:created xsi:type="dcterms:W3CDTF">2021-06-14T15:41:31Z</dcterms:created>
  <dcterms:modified xsi:type="dcterms:W3CDTF">2021-06-19T14:00:53Z</dcterms:modified>
</cp:coreProperties>
</file>